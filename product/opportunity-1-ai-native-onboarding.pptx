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393A"/>
                </a:solidFill>
                <a:latin typeface="Arial"/>
              </a:rPr>
              <a:t>Cost per resolved contact, ₹ (vendor-quoted midpoints)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resolved contact (₹)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Human telecaller</c:v>
                  </c:pt>
                  <c:pt idx="1">
                    <c:v>AI voice agent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3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943600" cy="594360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· PRODUCT OPPORTUNITY 1 OF 3 ·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789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Onboarding Journey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talks to the borrower, closes the lead, orchestrates bureau/KYC/banking/valuation APIs and runs the BRE — replacing forms and telecallers with a conversation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financial applications are abandoned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₹12–25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per resolved contact vs ₹40–120 human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RBI-regulated entities use AI today — greenfield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journeys leak; humans are expensive and quitting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91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bleed applicants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38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abandon financial applications (Signicat); &gt;5-minute journeys push abandonment to ~60%; PDF statement-upload steps alone caused 70%+ drop-off before Account Aggregator flows cut that by up to 60%.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870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980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funnels don't scale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31455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telecaller costs ₹35–42K/month all-in, handles ~200 calls/day, and teams churn at 80–120% a year. One AI voice instance handles 1,000–10,000+ calls/day at ₹12–25 per resolved contact.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9402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05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finally exist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35254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crossed 45 Cr consents and ₹1.47 lakh Cr disbursed in H1 FY26; CIBIL/Experian expose real-time APIs; V-CIP rules expanded (Jun 2025); digital FI, vehicle (Droom OBV) and property (PropEquity) valuations are API-consumable.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102352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D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010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12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now hold the conversation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55595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voice AI is production-grade: Sarvam handles 2M+ interactions/day (Tata Capital live); Gnani 30M/day across 12+ languages, profitably. Bajaj Finance plans 800+ autonomous agents.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 that sells, verifies, underwrites and closes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8339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Engage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opens the conversation on WhatsApp / voice / web in the borrower's language; qualifies intent, handles objections, re-engages drop-offs — works the lead like a good DSA.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2249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3417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53" y="18339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0929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3417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CKYC/DigiLocker/V-CIP, bureau pull with consent, AA bank-statement fetch, and triggers digital FI / vehicle / property valuation — inline in chat, no form.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5858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7026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62" y="183392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4538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77026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Crego's BRE mid-conversation: eligibility, deviations, counter-offers ('at ₹8L your EMI works; want a co-applicant for ₹10L?'). Explainable, versioned policy — not a black box.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89466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0634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771" y="18339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58146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90634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KFS at offer stage (as DLD-2025 requires), executes eSign/eNACH, schedules disbursal — and hands off to a human on request or for exceptions.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F1EC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23036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Crego can build this: </a:t>
            </a:r>
            <a:pPr indent="0" marL="0">
              <a:buNone/>
            </a:pPr>
            <a:r>
              <a:rPr lang="en-US" sz="11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20% is already built — BRE, LOS/LMS, journey infrastructure, and live integrations across bureau/KYC/AA/valuation from ₹5,500 Cr+ of disbursals. The new build is the conversational layer (LLM + voice + vernacular) and the agent-orchestration logic on top. Incumbent channel bots (Gnani, Haptik) have the conversation but not the lending stack; FinBox has the stack and is racing to add the conversation.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 are already buying — mostly in pieces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800+ autonomous AI agents across lending &amp; ops (Q3 FY26 call); doc-extraction AI live across 43 document types at 95–96% accuracy.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4813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093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Capital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Sarvam's Samvaad voice AI for multilingual consumer-loan interactions.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82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WhatsApp lending bot (Haptik): auth → docs → underwriting → disbursal in one chat, loans in under a minute.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05409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82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Poonawalla Fincorp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51129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AI enterprise solutions rolled out; KYC AI cut manual onboarding intervention ~15%.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2686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54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FinBox clients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08406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Flow early deployments claim 85% application completion and TAT from ~21 days to 1 (vendor-claimed); 5 FIs implementing, 10 in PoC.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62686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DF5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754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508406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 (YC) raised $29M Series A from Canapi with bank customers as investors — 'AI-native loan origination' is a funded category.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FREE-AI survey: only ~21% of REs use or are developing AI; sales &amp; marketing is a top-3 intended use case — the buying cycle is early, not late.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owns half the problem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have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lack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Voice/chat AI platforms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($300M Series B), Gnani ($10M, profitable, ₹54 Cr rev), Haptik (Jio), Gupshup, Yellow.ai, Rezo.ai, CoRover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conversation: vernacular voice/chat at massive scale, BFSI logos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lending stack — no BRE, LOS, journey state, or API orchestration; they're a channel, not a closer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Lending-stack vendors adding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FinBox Atlas (May 2026, closest competitor), Perfios 'BFSI OS' (Dec 2025), M2P, Lentra AI products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Workflow, underwriting data, distribution into lenders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layer is new and unproven; Perfios/FinBox sell components, not a lead-closing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KYC/onboarding specialists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Signzy ($38.7M), IDfy ($24.3M Feb 2026), HyperVerge, Setu, Decentro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APIs and compliance 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solutions; no conversation, no credit decisioning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builds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Finance (800 agents), large banks with Agentforce/vendors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and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viable for the top ~10 lenders; the mid-market can't build this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analogue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 (US, $33M total)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the category funds and sells to banks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India; no vernacular, no India 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Whitespace: a lender-agnostic AI agent that owns the applicant conversation end-to-end AND orchestrates the full API + BRE stack. No Indian player has both today.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favor purpose-built compliant agents — and ban shortcuts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Lending Directions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836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KFS at offer stage before contract; digitally signed docs auto-delivered; dark patterns and steering banned; multi-lender LSPs must rank offers by a disclosed, unbiased metric; human grievance channel mandatory.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797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FREE-AI report (Aug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usage to customers; human override authority; accountability regardless of autonomy; fairness testing; risk-tiered supervision. An explainable BRE-led agent fits; a raw LLM doesn't.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867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Risk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AI models subject to RBI supervisory validation — contracts must permit evaluation. Versioned, auditable decision logic becomes a selling point.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102352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9379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 2025 + TRAI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50468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consent for AI processing of personal data (penalties to ₹250 Cr); TRAI windows and DLT registration constrain outbound AI calling.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26680" y="1481328"/>
            <a:ext cx="3886200" cy="4709160"/>
          </a:xfrm>
          <a:prstGeom prst="roundRect">
            <a:avLst>
              <a:gd name="adj" fmla="val 2118"/>
            </a:avLst>
          </a:prstGeom>
          <a:solidFill>
            <a:srgbClr val="0C353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2103120"/>
            <a:ext cx="3429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Compliance-by-design is a moat, not a tax.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rulebook effectively requires machine-readable journeys: offer-stage KFS, disclosed ranking logic, consent trails, human handoff. Generic chatbots retrofitted onto lending will struggle; an agent built on an explainable rules engine with a full audit trail is exactly what the RBI's framework rewards.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against people, not software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45920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lenders pay today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80760" y="20299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LOS: ₹200–500 per disbursed loan, or 0.25–0.5% of AUM, or ₹50K–2L/month + per-file. Licensed LOS: ₹20L–1Cr+/yr. 10–15 API integrations: ₹5–30L one-time.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816352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headroom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80760" y="32004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lifts completion from ~30% to 50%+ is worth a success fee per disbursed loan (₹300–800), not a seat licence — aligned with how lenders already buy DSAs (1–2% payouts).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986784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4078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floor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80760" y="4370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runs ₹0.5–1.5/min market rate; a 6-minute closing conversation costs single-digit rupees — gross margins support per-success pricing.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5157216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FDF1EC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5248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into existing base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80760" y="554126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Crego's 15+ live lenders already run journeys on Crego rails — upsell, not cold sale.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Telecalling economics from vendor sources (caller.digital, sparktg) — directionally reliable, not audited. No public India CPA-per-disbursal benchmark exists.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in the wild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voice + negotiation + compliance in one agent is hard; a bad AI conversation loses the lead AND creates regulatory exposure (steering, mis-selling). Mitigation: BRE-bounded responses, human handoff, staged rollout by product.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2374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FinBox / Perfios move faster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523744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FinBox Atlas is live with 5 FIs and raising on this exact thesis; Perfios has ₹669 Cr revenue and an M&amp;A engine. Mitigation: speed via existing client base; depth via BRE + LMS integration they lack.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9300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 commoditization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493008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Sarvam/OpenAI-class models keep getting better and cheaper — the conversational layer alone won't hold value. Mitigation: value sits in orchestration + compliance + lending state, not the LLM.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62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reversal on AI selling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462272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could tighten AI-led sales (FREE-AI is principles today, rules tomorrow); dark-pattern enforcement could sweep in aggressive conversion tactics. Mitigation: conservative agent behavior; disclosure-first design.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3153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conservatism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5431536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NBFC credit heads may not trust an AI to talk to customers unsupervised; sales cycle could be pilots-forever. Mitigation: start with re-engagement of dropped leads (low risk, measurable lift) before full journeys.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onboarding: high upside, contested, fast-moving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3557016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867912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4178808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67335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27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ready, buyers early (21% AI adoption)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402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57016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3867912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4178808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9704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2402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but FinBox Atlas is 12 months ahead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95351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right-to-win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3557016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67912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178808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9704" y="3099816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535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 + journeys + integrations already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21024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667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durability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57016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3867912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4178808" y="3813048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9704" y="3813048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6667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 commoditizes; compliance + state don't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334256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799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near-term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3557016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3867912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4178808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9704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43799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to 15+ clients; success-fee pricing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04748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93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/ risk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46120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3557016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3867912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9" name="Shape 47"/>
          <p:cNvSpPr/>
          <p:nvPr/>
        </p:nvSpPr>
        <p:spPr>
          <a:xfrm>
            <a:off x="4178808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0" name="Shape 48"/>
          <p:cNvSpPr/>
          <p:nvPr/>
        </p:nvSpPr>
        <p:spPr>
          <a:xfrm>
            <a:off x="4489704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5093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vernacular + agent safety is a heavy lift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76072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806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246120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3557016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3867912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4178808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4489704" y="595274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9" name="Text 57"/>
          <p:cNvSpPr/>
          <p:nvPr/>
        </p:nvSpPr>
        <p:spPr>
          <a:xfrm>
            <a:off x="4983480" y="58064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Explainable-BRE agent matches FREE-AI direction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92440" y="1481328"/>
            <a:ext cx="3520440" cy="4892040"/>
          </a:xfrm>
          <a:prstGeom prst="roundRect">
            <a:avLst>
              <a:gd name="adj" fmla="val 2338"/>
            </a:avLst>
          </a:prstGeom>
          <a:solidFill>
            <a:srgbClr val="1149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 before committing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321040" y="23317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3 of our current clients commit to a paid drop-off-re-engagement pilot this quarter?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vs build the voice layer (Sarvam/Gnani partnership vs own)?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loan product first — where our BRE depth is strongest?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completion-rate lift vs FinBox's claimed 85% in a bake-off?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caveats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demand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Signicat abandonment (68%) via fintactix; resolvepay; bankdirector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Sahamati/AA FY26 stats (45 Cr consents, ₹1.47 L Cr H1 FY26)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Finance Q3 FY26 call via Medianama; Tata Capital–Sarvam via Inc42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FREE-AI report (Aug 2025) + Dvara summary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340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&amp; economics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FinBox Atlas launch (IBS Intelligence, May 2026); Perfios BFSI OS (Dec 2025)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Series B ($300M); Gnani funding + FY25 financials (Business Today)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 $29M Series A (PRNewswire); Signzy/IDfy via Tracxn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pricing (roopya.money); telecalling economics (caller.digital, sparktg — vendor sources)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conversion/completion claims (FinBox 85%, Exotel 20%) are vendor-reported and unaudited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India benchmark for CPA per disbursed loan or industry-wide journey drop-off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stats from RBI survey predate 2026 deployments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Telecaller vs AI cost comparisons come from AI vendors — treat directionally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· Crego product strategy · Internal use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Opportunity: AI-Native Onboarding Journey</dc:title>
  <dc:subject>PptxGenJS Presentation</dc:subject>
  <dc:creator>Crego</dc:creator>
  <cp:lastModifiedBy>Crego</cp:lastModifiedBy>
  <cp:revision>1</cp:revision>
  <dcterms:created xsi:type="dcterms:W3CDTF">2026-07-05T19:23:10Z</dcterms:created>
  <dcterms:modified xsi:type="dcterms:W3CDTF">2026-07-05T19:23:10Z</dcterms:modified>
</cp:coreProperties>
</file>